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120864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1208648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31208648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31208648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31208648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31208648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1208648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31208648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1208648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1208648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31208648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31208648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1208648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31208648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312086487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312086487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3608d89f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3608d89f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 dirty="0">
                <a:solidFill>
                  <a:schemeClr val="tx1"/>
                </a:solidFill>
                <a:latin typeface="+mj-lt"/>
              </a:rPr>
              <a:t>LLM в медицине</a:t>
            </a:r>
            <a:endParaRPr sz="44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Эволюция архитектурных подходов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713" y="1152474"/>
            <a:ext cx="669457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Фундаментальные модели и их адаптация к медицине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8967" y="1017725"/>
            <a:ext cx="3386066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Мультимодальные возможности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274" y="1017725"/>
            <a:ext cx="2629452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Методология </a:t>
            </a:r>
            <a:r>
              <a:rPr lang="ru" dirty="0">
                <a:solidFill>
                  <a:schemeClr val="tx1"/>
                </a:solidFill>
              </a:rPr>
              <a:t>LLM</a:t>
            </a:r>
            <a:r>
              <a:rPr lang="ru" dirty="0"/>
              <a:t> в медицине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646" y="927291"/>
            <a:ext cx="2776709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LLM в медицине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Поддержка принятия решений и диагностика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Медицинское обучение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Уход за пациентом и коммуникация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Медицинский литературный анализ и поддержка исследований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Разработка лекарств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Радиология и медицинская визуализация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Ведение клинической документации и административная поддержка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оценки и бенчмарки</a:t>
            </a: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Метрики производительности и подходы к оценке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Оценка, ориентированная на человека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Проблемы воспроизводимости и валидации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Эмпирическая оценка и бенчмаркинг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Исследования с участием пользователей и клиницистов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и ограничения</a:t>
            </a: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0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Разнообразие данных и их неоднородность в здравоохранении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Технические сложности и ограничения моделей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Этические аспекты и регулирование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Объяснимость и интерпретируемость результатов LLM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Предвзятость, справедливость и равенство в здравоохранении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Интеграция в клинический процесс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814" y="914358"/>
            <a:ext cx="3316775" cy="36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Будущие направления</a:t>
            </a: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Мультимодальные и доменно-ориентированные модели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Коллаборативные модели Человек-AI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Регуляторные рамки и разработка стандартов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Персонализированный подход, большая вовлеченность пациента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Использованные материалы</a:t>
            </a:r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r>
              <a:rPr lang="ru" dirty="0">
                <a:solidFill>
                  <a:schemeClr val="tx1"/>
                </a:solidFill>
              </a:rPr>
              <a:t>Maity, S., &amp; Saikia, M. J. (2025). Large Language Models in Healthcare and Medical Applications: A Review. Bioengineering, 12(6), 631.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None/>
            </a:pPr>
            <a:r>
              <a:rPr lang="ru" dirty="0">
                <a:solidFill>
                  <a:schemeClr val="tx1"/>
                </a:solidFill>
              </a:rPr>
              <a:t>Lin, C., &amp; Kuo, C. F. (2025). Roles and potential of large language models in healthcare: a comprehensive review. Biomedical Journal, 100868.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</Words>
  <Application>Microsoft Office PowerPoint</Application>
  <PresentationFormat>Экран (16:9)</PresentationFormat>
  <Paragraphs>34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LLM в медицине</vt:lpstr>
      <vt:lpstr>Эволюция архитектурных подходов</vt:lpstr>
      <vt:lpstr>Фундаментальные модели и их адаптация к медицине</vt:lpstr>
      <vt:lpstr>Мультимодальные возможности</vt:lpstr>
      <vt:lpstr>Методология LLM в медицине </vt:lpstr>
      <vt:lpstr>Применение LLM в медицине</vt:lpstr>
      <vt:lpstr>Методы оценки и бенчмарки</vt:lpstr>
      <vt:lpstr>Проблемы и ограничения</vt:lpstr>
      <vt:lpstr>Будущие направления</vt:lpstr>
      <vt:lpstr>Использованные материалы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a165</cp:lastModifiedBy>
  <cp:revision>4</cp:revision>
  <dcterms:modified xsi:type="dcterms:W3CDTF">2025-11-15T05:01:58Z</dcterms:modified>
</cp:coreProperties>
</file>